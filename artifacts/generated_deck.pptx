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EV Sales Growth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</c:v>
                </c:pt>
                <c:pt idx="1">
                  <c:v>6.0</c:v>
                </c:pt>
                <c:pt idx="2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EV Adoption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Look at Growth and Future Outlook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Electric Vehicles (EVs)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EVs?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EV Sales 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0" y="0"/>
          <a:ext cx="50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Drivers of EV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incentives and policies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to Widespread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upfront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Adoption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Leading markets (e.g., China, Europe, North America)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 and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Projected growth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